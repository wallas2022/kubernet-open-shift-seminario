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d45f788b26490d" /><Relationship Type="http://schemas.openxmlformats.org/officeDocument/2006/relationships/extended-properties" Target="/docProps/app.xml" Id="R261020703b2f465c" /><Relationship Type="http://schemas.openxmlformats.org/officeDocument/2006/relationships/officeDocument" Target="/ppt/presentation.xml" Id="Rc6602baf4da649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6b7810ee394c36"/>
  </p:sldMasterIdLst>
  <p:notesMasterIdLst>
    <p:notesMasterId xmlns:r="http://schemas.openxmlformats.org/officeDocument/2006/relationships" r:id="R57733fe22388481f"/>
  </p:notesMasterIdLst>
  <p:sldIdLst>
    <p:sldId xmlns:r="http://schemas.openxmlformats.org/officeDocument/2006/relationships" id="256" r:id="R3cdcf430951c43c6"/>
    <p:sldId xmlns:r="http://schemas.openxmlformats.org/officeDocument/2006/relationships" id="257" r:id="Rf1c507e6eea54d6a"/>
    <p:sldId xmlns:r="http://schemas.openxmlformats.org/officeDocument/2006/relationships" id="258" r:id="Rccbde130b21c469e"/>
    <p:sldId xmlns:r="http://schemas.openxmlformats.org/officeDocument/2006/relationships" id="259" r:id="Rf0a2f29f188d4e5c"/>
    <p:sldId xmlns:r="http://schemas.openxmlformats.org/officeDocument/2006/relationships" id="260" r:id="R456685d8ff16419d"/>
    <p:sldId xmlns:r="http://schemas.openxmlformats.org/officeDocument/2006/relationships" id="261" r:id="Rb8f7386471144791"/>
    <p:sldId xmlns:r="http://schemas.openxmlformats.org/officeDocument/2006/relationships" id="262" r:id="Rc99eaeba87b94be7"/>
    <p:sldId xmlns:r="http://schemas.openxmlformats.org/officeDocument/2006/relationships" id="263" r:id="R460a8e4080b34c94"/>
    <p:sldId xmlns:r="http://schemas.openxmlformats.org/officeDocument/2006/relationships" id="264" r:id="R546a1abf856445db"/>
    <p:sldId xmlns:r="http://schemas.openxmlformats.org/officeDocument/2006/relationships" id="265" r:id="R0b30acba88bb48a1"/>
    <p:sldId xmlns:r="http://schemas.openxmlformats.org/officeDocument/2006/relationships" id="266" r:id="R791cbf78250841cd"/>
    <p:sldId xmlns:r="http://schemas.openxmlformats.org/officeDocument/2006/relationships" id="267" r:id="R1334e0e97b3c4bc6"/>
    <p:sldId xmlns:r="http://schemas.openxmlformats.org/officeDocument/2006/relationships" id="268" r:id="R7443928db47e425c"/>
    <p:sldId xmlns:r="http://schemas.openxmlformats.org/officeDocument/2006/relationships" id="269" r:id="R1937b4ebf327411a"/>
    <p:sldId xmlns:r="http://schemas.openxmlformats.org/officeDocument/2006/relationships" id="270" r:id="R395044fd6ada4e56"/>
    <p:sldId xmlns:r="http://schemas.openxmlformats.org/officeDocument/2006/relationships" id="271" r:id="Rbad1b4dd0477475c"/>
    <p:sldId xmlns:r="http://schemas.openxmlformats.org/officeDocument/2006/relationships" id="272" r:id="Ra2721df964914bb6"/>
    <p:sldId xmlns:r="http://schemas.openxmlformats.org/officeDocument/2006/relationships" id="273" r:id="R13e59c3258e24052"/>
    <p:sldId xmlns:r="http://schemas.openxmlformats.org/officeDocument/2006/relationships" id="274" r:id="R9093afd8d44a4f40"/>
    <p:sldId xmlns:r="http://schemas.openxmlformats.org/officeDocument/2006/relationships" id="275" r:id="R011e1d2b75614a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ba1c35c0440ab" /><Relationship Type="http://schemas.openxmlformats.org/officeDocument/2006/relationships/slideMaster" Target="/ppt/slideMasters/slideMaster1.xml" Id="R456b7810ee394c36" /><Relationship Type="http://schemas.openxmlformats.org/officeDocument/2006/relationships/notesMaster" Target="/ppt/notesMasters/notesMaster1.xml" Id="R57733fe22388481f" /><Relationship Type="http://schemas.openxmlformats.org/officeDocument/2006/relationships/presProps" Target="/ppt/presProps.xml" Id="Rcd8a955d6ebf4b8b" /><Relationship Type="http://schemas.openxmlformats.org/officeDocument/2006/relationships/tableStyles" Target="/ppt/tableStyles.xml" Id="R2c9c0426070442b9" /><Relationship Type="http://schemas.openxmlformats.org/officeDocument/2006/relationships/slide" Target="/ppt/slides/slide1.xml" Id="R3cdcf430951c43c6" /><Relationship Type="http://schemas.openxmlformats.org/officeDocument/2006/relationships/slide" Target="/ppt/slides/slide2.xml" Id="Rf1c507e6eea54d6a" /><Relationship Type="http://schemas.openxmlformats.org/officeDocument/2006/relationships/slide" Target="/ppt/slides/slide3.xml" Id="Rccbde130b21c469e" /><Relationship Type="http://schemas.openxmlformats.org/officeDocument/2006/relationships/slide" Target="/ppt/slides/slide4.xml" Id="Rf0a2f29f188d4e5c" /><Relationship Type="http://schemas.openxmlformats.org/officeDocument/2006/relationships/slide" Target="/ppt/slides/slide5.xml" Id="R456685d8ff16419d" /><Relationship Type="http://schemas.openxmlformats.org/officeDocument/2006/relationships/slide" Target="/ppt/slides/slide6.xml" Id="Rb8f7386471144791" /><Relationship Type="http://schemas.openxmlformats.org/officeDocument/2006/relationships/slide" Target="/ppt/slides/slide7.xml" Id="Rc99eaeba87b94be7" /><Relationship Type="http://schemas.openxmlformats.org/officeDocument/2006/relationships/slide" Target="/ppt/slides/slide8.xml" Id="R460a8e4080b34c94" /><Relationship Type="http://schemas.openxmlformats.org/officeDocument/2006/relationships/slide" Target="/ppt/slides/slide9.xml" Id="R546a1abf856445db" /><Relationship Type="http://schemas.openxmlformats.org/officeDocument/2006/relationships/slide" Target="/ppt/slides/slide10.xml" Id="R0b30acba88bb48a1" /><Relationship Type="http://schemas.openxmlformats.org/officeDocument/2006/relationships/slide" Target="/ppt/slides/slide11.xml" Id="R791cbf78250841cd" /><Relationship Type="http://schemas.openxmlformats.org/officeDocument/2006/relationships/slide" Target="/ppt/slides/slide12.xml" Id="R1334e0e97b3c4bc6" /><Relationship Type="http://schemas.openxmlformats.org/officeDocument/2006/relationships/slide" Target="/ppt/slides/slide13.xml" Id="R7443928db47e425c" /><Relationship Type="http://schemas.openxmlformats.org/officeDocument/2006/relationships/slide" Target="/ppt/slides/slide14.xml" Id="R1937b4ebf327411a" /><Relationship Type="http://schemas.openxmlformats.org/officeDocument/2006/relationships/slide" Target="/ppt/slides/slide15.xml" Id="R395044fd6ada4e56" /><Relationship Type="http://schemas.openxmlformats.org/officeDocument/2006/relationships/slide" Target="/ppt/slides/slide16.xml" Id="Rbad1b4dd0477475c" /><Relationship Type="http://schemas.openxmlformats.org/officeDocument/2006/relationships/slide" Target="/ppt/slides/slide17.xml" Id="Ra2721df964914bb6" /><Relationship Type="http://schemas.openxmlformats.org/officeDocument/2006/relationships/slide" Target="/ppt/slides/slide18.xml" Id="R13e59c3258e24052" /><Relationship Type="http://schemas.openxmlformats.org/officeDocument/2006/relationships/slide" Target="/ppt/slides/slide19.xml" Id="R9093afd8d44a4f40" /><Relationship Type="http://schemas.openxmlformats.org/officeDocument/2006/relationships/slide" Target="/ppt/slides/slide20.xml" Id="R011e1d2b75614a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50cfee07c146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a27095afe54b61" /><Relationship Type="http://schemas.openxmlformats.org/officeDocument/2006/relationships/notesMaster" Target="/ppt/notesMasters/notesMaster1.xml" Id="R6cfee13f58b34c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a36a24af0c4d18" /><Relationship Type="http://schemas.openxmlformats.org/officeDocument/2006/relationships/notesMaster" Target="/ppt/notesMasters/notesMaster1.xml" Id="R599cc68f818e44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07fb737e454aba" /><Relationship Type="http://schemas.openxmlformats.org/officeDocument/2006/relationships/notesMaster" Target="/ppt/notesMasters/notesMaster1.xml" Id="Rd8cde3ce30e84c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c81a6dec1f4c6b" /><Relationship Type="http://schemas.openxmlformats.org/officeDocument/2006/relationships/notesMaster" Target="/ppt/notesMasters/notesMaster1.xml" Id="Rf036425ce13e43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0a4da1797b43f6" /><Relationship Type="http://schemas.openxmlformats.org/officeDocument/2006/relationships/notesMaster" Target="/ppt/notesMasters/notesMaster1.xml" Id="R8bb09cb7200349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13cc3e2be949c2" /><Relationship Type="http://schemas.openxmlformats.org/officeDocument/2006/relationships/notesMaster" Target="/ppt/notesMasters/notesMaster1.xml" Id="R54218db4a3c941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164fb424a845fd" /><Relationship Type="http://schemas.openxmlformats.org/officeDocument/2006/relationships/notesMaster" Target="/ppt/notesMasters/notesMaster1.xml" Id="Rcdd8975779d54c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e1dc11a60b47fa" /><Relationship Type="http://schemas.openxmlformats.org/officeDocument/2006/relationships/notesMaster" Target="/ppt/notesMasters/notesMaster1.xml" Id="R57b459e8be3b41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96c3921f5e4595" /><Relationship Type="http://schemas.openxmlformats.org/officeDocument/2006/relationships/notesMaster" Target="/ppt/notesMasters/notesMaster1.xml" Id="R54e1699eb24141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79996645374c86" /><Relationship Type="http://schemas.openxmlformats.org/officeDocument/2006/relationships/notesMaster" Target="/ppt/notesMasters/notesMaster1.xml" Id="Rc7b73aeb01f44f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26dea8fbea41b6" /><Relationship Type="http://schemas.openxmlformats.org/officeDocument/2006/relationships/notesMaster" Target="/ppt/notesMasters/notesMaster1.xml" Id="Rc13c1458677048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44a030426c4c3d" /><Relationship Type="http://schemas.openxmlformats.org/officeDocument/2006/relationships/notesMaster" Target="/ppt/notesMasters/notesMaster1.xml" Id="Rde1f1e14fce647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9e2f02f2d04595" /><Relationship Type="http://schemas.openxmlformats.org/officeDocument/2006/relationships/notesMaster" Target="/ppt/notesMasters/notesMaster1.xml" Id="Rc63dfc35b5974d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5fbbd58aab48b9" /><Relationship Type="http://schemas.openxmlformats.org/officeDocument/2006/relationships/notesMaster" Target="/ppt/notesMasters/notesMaster1.xml" Id="Rbbba19acdb6e4b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618dbfdeb940e4" /><Relationship Type="http://schemas.openxmlformats.org/officeDocument/2006/relationships/notesMaster" Target="/ppt/notesMasters/notesMaster1.xml" Id="R6794e7fcf63a48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4a2d0c1ece44a6" /><Relationship Type="http://schemas.openxmlformats.org/officeDocument/2006/relationships/notesMaster" Target="/ppt/notesMasters/notesMaster1.xml" Id="R82799c53ae4141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f55923795748b9" /><Relationship Type="http://schemas.openxmlformats.org/officeDocument/2006/relationships/notesMaster" Target="/ppt/notesMasters/notesMaster1.xml" Id="R82ab0fff541c46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2143e2b8dc4fad" /><Relationship Type="http://schemas.openxmlformats.org/officeDocument/2006/relationships/notesMaster" Target="/ppt/notesMasters/notesMaster1.xml" Id="R5e2d39dfc0eb499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6ba285ee834ac0" /><Relationship Type="http://schemas.openxmlformats.org/officeDocument/2006/relationships/notesMaster" Target="/ppt/notesMasters/notesMaster1.xml" Id="Ra91f11809f6d42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9aaa70fee14d01" /><Relationship Type="http://schemas.openxmlformats.org/officeDocument/2006/relationships/notesMaster" Target="/ppt/notesMasters/notesMaster1.xml" Id="Re4e34c7dc90145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 35–45 minutos más demostración. Los datos medidos corresponden a un piloto local; el despliegue Kubernetes permanece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conceptos, diseño propuesto y pruebas realmente ejecutadas.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didáctico de venta de cupos. No se atribuye a una empresa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Reconciliación continua: declarar tres réplicas no garantiza disponibilidad si faltan recursos.</a:t>
            </a:r>
          </a:p>
          <a:p xmlns:a="http://schemas.openxmlformats.org/drawingml/2006/main">
            <a:r>
              <a:t>https://kubernetes.io/docs/concepts/overview/</a:t>
            </a:r>
          </a:p>
          <a:p xmlns:a="http://schemas.openxmlformats.org/drawingml/2006/main">
            <a:r>
              <a:t>https://okd.io/</a:t>
            </a:r>
          </a:p>
          <a:p xmlns:a="http://schemas.openxmlformats.org/drawingml/2006/main">
            <a:r>
              <a:t>https://docs.redhat.com/en/documentation/openshift_container_platform/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Pod es reemplazable. La persistencia depende del almacenamiento y sus políticas. Un Secret necesita controles de acceso y protección adicional.</a:t>
            </a:r>
          </a:p>
          <a:p xmlns:a="http://schemas.openxmlformats.org/drawingml/2006/main">
            <a:r>
              <a:t>https://kubernetes.io/docs/concepts/overview/</a:t>
            </a:r>
          </a:p>
          <a:p xmlns:a="http://schemas.openxmlformats.org/drawingml/2006/main">
            <a:r>
              <a:t>https://okd.io/</a:t>
            </a:r>
          </a:p>
          <a:p xmlns:a="http://schemas.openxmlformats.org/drawingml/2006/main">
            <a:r>
              <a:t>https://docs.redhat.com/en/documentation/openshift_container_platform/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Kubernetes es la base de orquestación. OKD ofrece una distribución comunitaria. OpenShift agrega integración empresarial y soporte comercial según suscripción; evaluar compatibilidad por versión.</a:t>
            </a:r>
          </a:p>
          <a:p xmlns:a="http://schemas.openxmlformats.org/drawingml/2006/main">
            <a:r>
              <a:t>https://kubernetes.io/docs/concepts/overview/</a:t>
            </a:r>
          </a:p>
          <a:p xmlns:a="http://schemas.openxmlformats.org/drawingml/2006/main">
            <a:r>
              <a:t>https://okd.io/</a:t>
            </a:r>
          </a:p>
          <a:p xmlns:a="http://schemas.openxmlformats.org/drawingml/2006/main">
            <a:r>
              <a:t>https://docs.redhat.com/en/documentation/openshift_container_platform/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reducir la evaluación al precio de una licencia. Validar arquitectura y requisitos de la edición elegida. Fuentes y discusión ampliada en DOC-01-01.</a:t>
            </a:r>
          </a:p>
          <a:p xmlns:a="http://schemas.openxmlformats.org/drawingml/2006/main">
            <a:r>
              <a:t>https://kubernetes.io/docs/concepts/overview/</a:t>
            </a:r>
          </a:p>
          <a:p xmlns:a="http://schemas.openxmlformats.org/drawingml/2006/main">
            <a:r>
              <a:t>https://okd.io/</a:t>
            </a:r>
          </a:p>
          <a:p xmlns:a="http://schemas.openxmlformats.org/drawingml/2006/main">
            <a:r>
              <a:t>https://docs.redhat.com/en/documentation/openshift_container_platform/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Estos controles son objetivos de operación. El piloto local no acredita su implantación completa.</a:t>
            </a:r>
          </a:p>
          <a:p xmlns:a="http://schemas.openxmlformats.org/drawingml/2006/main">
            <a:r>
              <a:t>https://kubernetes.io/docs/concepts/overview/</a:t>
            </a:r>
          </a:p>
          <a:p xmlns:a="http://schemas.openxmlformats.org/drawingml/2006/main">
            <a:r>
              <a:t>https://okd.io/</a:t>
            </a:r>
          </a:p>
          <a:p xmlns:a="http://schemas.openxmlformats.org/drawingml/2006/main">
            <a:r>
              <a:t>https://docs.redhat.com/en/documentation/openshift_container_platform/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de diseño de DOC-02-01. No son un inventario verificado del equipo del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FastAPI, PostgreSQL y procesador outbox. El receptor de notificaciones es simulado dentro de la base de datos. En el piloto los procesos comparten el mismo anfitrión.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control de inventario reside en PostgreSQL. Agregar réplicas de API no sustituye la transacción ni elimina cuellos de botella de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afirmar entrega exactamente una vez a sistemas externos: el laboratorio utiliza un receptor simulado en PostgreSQL.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Evidencia DOC-04-01. Son pruebas controladas de aplicación con PostgreSQL real; no una certificación de disponibilidad de un clúster.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k6 2.3.0, PostgreSQL 18.3, HTTP localhost. Veinte lecturas de calentamiento excluidas. Cada ensayo inicia con 1.000 unidades en un esquema independiente. Fuente DOC-05-01 y evidencias/carga-piloto.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por ensayo; no promediar percentiles como si fueran un percentil global. HTTP local, sin TLS, sin Kubernetes. Fuente DOC-05-01 y resultados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tres ensayos mixtos confirmaron 75 reservas cada uno y dejaron 925 unidades. El piloto de lectura dejó 1.000 unidades. No sumar inventarios de esquemas independientes.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valores describen estas ventanas de medición. No extrapolar a producción ni a una campaña prolongada.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 fue inaccesible desde el entorno de trabajo. Manifiestos y scripts están preparados, pero no ejecutados en un clúster. La base de datos propuesta es de una instancia y no ofrece 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el procedimiento DOC-04-01 y DOC-05-01. Si no existe un entorno activo, presentar evidencia guardada y señalar que se trata de una demostración documental. No mostrar claves ni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oficiales:</a:t>
            </a:r>
          </a:p>
          <a:p xmlns:a="http://schemas.openxmlformats.org/drawingml/2006/main">
            <a:r>
              <a:t>https://kubernetes.io/docs/concepts/overview/</a:t>
            </a:r>
          </a:p>
          <a:p xmlns:a="http://schemas.openxmlformats.org/drawingml/2006/main">
            <a:r>
              <a:t>https://okd.io/</a:t>
            </a:r>
          </a:p>
          <a:p xmlns:a="http://schemas.openxmlformats.org/drawingml/2006/main">
            <a:r>
              <a:t>https://docs.redhat.com/en/documentation/openshift_container_platform/</a:t>
            </a:r>
          </a:p>
          <a:p xmlns:a="http://schemas.openxmlformats.org/drawingml/2006/main">
            <a:r>
              <a:t>https://grafana.com/docs/k6/latest/</a:t>
            </a:r>
          </a:p>
          <a:p xmlns:a="http://schemas.openxmlformats.org/drawingml/2006/main">
            <a:r>
              <a:t>Fuentes primarias y enlaces específicos adicionales en DOC-01-01. Datos experimentales: evidencias/carga-piloto, DOC-04-01-resultados.md.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020600f7746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2c707df494b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02661b1fe4e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d7cc7af0048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78c2c326746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ef3d09a4143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17D53D-F70E-4C54-AC65-432FCDFCC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467A43-45CD-49E8-A427-9C0257C1C2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05B852-07F2-437B-8812-31C7908692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6A74AB-0B82-49BE-A14A-6758FE62C8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D6D00C-1A9C-4871-9AEE-2A8F0C6EDE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EC62EC-6D97-4548-8E74-E79368E85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CB9B9A-431C-42A7-87F6-56F94475C0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B75559-FF02-46FF-84FD-F47EE2D791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6904E4-F6FB-4FFF-8523-CDBA27B563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A97725-15A0-42EC-B9AD-FDC78574C2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699c8eb36e455e" /><Relationship Type="http://schemas.openxmlformats.org/officeDocument/2006/relationships/slideLayout" Target="/ppt/slideLayouts/slideLayout1.xml" Id="Rfe9095716a3c47b1" /><Relationship Type="http://schemas.openxmlformats.org/officeDocument/2006/relationships/slideLayout" Target="/ppt/slideLayouts/slideLayout2.xml" Id="R58f63e070902468e" /><Relationship Type="http://schemas.openxmlformats.org/officeDocument/2006/relationships/slideLayout" Target="/ppt/slideLayouts/slideLayout3.xml" Id="Rf8f006aae09c4896" /><Relationship Type="http://schemas.openxmlformats.org/officeDocument/2006/relationships/slideLayout" Target="/ppt/slideLayouts/slideLayout4.xml" Id="R0740cd4d413542db" /><Relationship Type="http://schemas.openxmlformats.org/officeDocument/2006/relationships/slideLayout" Target="/ppt/slideLayouts/slideLayout5.xml" Id="R6ec7d53ebe4c4cb1" /><Relationship Type="http://schemas.openxmlformats.org/officeDocument/2006/relationships/slideLayout" Target="/ppt/slideLayouts/slideLayout6.xml" Id="R33854be19cf046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9095716a3c47b1"/>
    <p:sldLayoutId xmlns:r="http://schemas.openxmlformats.org/officeDocument/2006/relationships" id="2147483650" r:id="R58f63e070902468e"/>
    <p:sldLayoutId xmlns:r="http://schemas.openxmlformats.org/officeDocument/2006/relationships" id="2147483651" r:id="Rf8f006aae09c4896"/>
    <p:sldLayoutId xmlns:r="http://schemas.openxmlformats.org/officeDocument/2006/relationships" id="2147483652" r:id="R0740cd4d413542db"/>
    <p:sldLayoutId xmlns:r="http://schemas.openxmlformats.org/officeDocument/2006/relationships" id="2147483653" r:id="R6ec7d53ebe4c4cb1"/>
    <p:sldLayoutId xmlns:r="http://schemas.openxmlformats.org/officeDocument/2006/relationships" id="2147483654" r:id="R33854be19cf046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44acaf6a8465c" /><Relationship Type="http://schemas.openxmlformats.org/officeDocument/2006/relationships/notesSlide" Target="/ppt/notesSlides/notesSlide1.xml" Id="R3028a92fc26c4e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87fcee8844096" /><Relationship Type="http://schemas.openxmlformats.org/officeDocument/2006/relationships/notesSlide" Target="/ppt/notesSlides/notesSlide2.xml" Id="R21c95845976545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ac06eeb0a45f9" /><Relationship Type="http://schemas.openxmlformats.org/officeDocument/2006/relationships/notesSlide" Target="/ppt/notesSlides/notesSlide3.xml" Id="Rb6fa818aab1e4c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7661c49e94f87" /><Relationship Type="http://schemas.openxmlformats.org/officeDocument/2006/relationships/notesSlide" Target="/ppt/notesSlides/notesSlide4.xml" Id="Rc216c1f73a6143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c1980d6c5404d" /><Relationship Type="http://schemas.openxmlformats.org/officeDocument/2006/relationships/notesSlide" Target="/ppt/notesSlides/notesSlide5.xml" Id="Rbf67d04df4ca49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a416c61a8049ff" /><Relationship Type="http://schemas.openxmlformats.org/officeDocument/2006/relationships/notesSlide" Target="/ppt/notesSlides/notesSlide6.xml" Id="R92710c73029448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f104e5fdc64fb8" /><Relationship Type="http://schemas.openxmlformats.org/officeDocument/2006/relationships/notesSlide" Target="/ppt/notesSlides/notesSlide7.xml" Id="R7010309921b44d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bc6270abc4cee" /><Relationship Type="http://schemas.openxmlformats.org/officeDocument/2006/relationships/notesSlide" Target="/ppt/notesSlides/notesSlide8.xml" Id="Rb740a091099840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955decd0c44004" /><Relationship Type="http://schemas.openxmlformats.org/officeDocument/2006/relationships/notesSlide" Target="/ppt/notesSlides/notesSlide9.xml" Id="Re14f208dfd9143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860702b684617" /><Relationship Type="http://schemas.openxmlformats.org/officeDocument/2006/relationships/notesSlide" Target="/ppt/notesSlides/notesSlide10.xml" Id="R0a41acdfafdb41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689b3e47a4ef0" /><Relationship Type="http://schemas.openxmlformats.org/officeDocument/2006/relationships/notesSlide" Target="/ppt/notesSlides/notesSlide11.xml" Id="Rd5ad80c8c43b48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47a13f71940ad" /><Relationship Type="http://schemas.openxmlformats.org/officeDocument/2006/relationships/notesSlide" Target="/ppt/notesSlides/notesSlide12.xml" Id="R180b836d0f6544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a27b9b8b164279" /><Relationship Type="http://schemas.openxmlformats.org/officeDocument/2006/relationships/notesSlide" Target="/ppt/notesSlides/notesSlide13.xml" Id="R536e59a432bc4f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eadc4bbbf42e4" /><Relationship Type="http://schemas.openxmlformats.org/officeDocument/2006/relationships/notesSlide" Target="/ppt/notesSlides/notesSlide14.xml" Id="Re33456713c9345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596842357e4467" /><Relationship Type="http://schemas.openxmlformats.org/officeDocument/2006/relationships/chart" Target="/ppt/slides/charts/chart1.xml" Id="R435800efa49f4d77" /><Relationship Type="http://schemas.openxmlformats.org/officeDocument/2006/relationships/notesSlide" Target="/ppt/notesSlides/notesSlide15.xml" Id="R4c4ef073213b46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3c4b964c74838" /><Relationship Type="http://schemas.openxmlformats.org/officeDocument/2006/relationships/notesSlide" Target="/ppt/notesSlides/notesSlide16.xml" Id="R2c448ac655834d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05fda11804703" /><Relationship Type="http://schemas.openxmlformats.org/officeDocument/2006/relationships/notesSlide" Target="/ppt/notesSlides/notesSlide17.xml" Id="R138f5df3bd2a45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efca1555a4f3b" /><Relationship Type="http://schemas.openxmlformats.org/officeDocument/2006/relationships/notesSlide" Target="/ppt/notesSlides/notesSlide18.xml" Id="Ref57944a3a144e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b103a818e4af3" /><Relationship Type="http://schemas.openxmlformats.org/officeDocument/2006/relationships/notesSlide" Target="/ppt/notesSlides/notesSlide19.xml" Id="R946d04e6f64e44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3fed813354f07" /><Relationship Type="http://schemas.openxmlformats.org/officeDocument/2006/relationships/notesSlide" Target="/ppt/notesSlides/notesSlide20.xml" Id="Rc7987e986ecb4cc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reservas (ms)</c:v>
          </c:tx>
          <c:spPr>
            <a:solidFill xmlns:a="http://schemas.openxmlformats.org/drawingml/2006/main">
              <a:srgbClr val="333333"/>
            </a:solidFill>
          </c:spPr>
          <c:invertIfNegative val="0"/>
          <c:cat>
            <c:strLit>
              <c:ptCount val="3"/>
              <c:pt idx="0">
                <c:v>Mixto 1</c:v>
              </c:pt>
              <c:pt idx="1">
                <c:v>Mixto 2</c:v>
              </c:pt>
              <c:pt idx="2">
                <c:v>Mixto 3</c:v>
              </c:pt>
            </c:strLit>
          </c:cat>
          <c:val>
            <c:numLit>
              <c:formatCode>General</c:formatCode>
              <c:ptCount val="3"/>
              <c:pt idx="0">
                <c:v>34.92</c:v>
              </c:pt>
              <c:pt idx="1">
                <c:v>29.54</c:v>
              </c:pt>
              <c:pt idx="2">
                <c:v>42.41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Milisegundos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66905-7B8D-4CF4-8309-CF155D4D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Kubernetes, OKD y OpenShift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5909E-4ABB-426B-AB70-16690E89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2D613-8A82-4361-8982-6143EFF6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Seminario · Walter Rosales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BBE28-16B1-4DFE-BD93-5221085B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000000"/>
                </a:solidFill>
              </a:defRPr>
            </a:pPr>
            <a:r>
              <a:rPr sz="2400" b="0">
                <a:solidFill>
                  <a:srgbClr val="000000"/>
                </a:solidFill>
              </a:rPr>
              <a:t>Fundamentos, arquitectura y caso empresarial de reservas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8A975-8E33-4F70-A8E6-18D0ABD6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000000"/>
                </a:solidFill>
              </a:defRPr>
            </a:pPr>
            <a:r>
              <a:rPr sz="2400" b="0">
                <a:solidFill>
                  <a:srgbClr val="000000"/>
                </a:solidFill>
              </a:rPr>
              <a:t>DOC-06-01 · 13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575662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935AB-FEE1-4B37-A3A8-4A682549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Objetivos del seminario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3F13E-3CB2-401A-97FD-B7CA46E7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841F3-34A4-4A34-B5FF-F553F369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Comprender el modelo declarativo y la reconciliación.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DF845-7020-4328-9C92-9077A30A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Comparar Kubernetes, OKD y Red Hat OpenShift.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D4617-5998-4A21-8AA6-3700ED27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Diseñar reservas concurrentes sin sobreventa.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B4367-8409-4F5D-803E-73388B86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Interpretar evidencia de carga y sus límites.</a:t>
            </a:r>
          </a:p>
        </p:txBody>
      </p:sp>
    </p:spTree>
    <p:extLst>
      <p:ext uri="{BB962C8B-B14F-4D97-AF65-F5344CB8AC3E}">
        <p14:creationId xmlns:p14="http://schemas.microsoft.com/office/powerpoint/2010/main" val="1745781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A1817-9A18-4797-991F-7F30E1C6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Problema empresarial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44B31-DDDA-4D70-831B-CFFBB6EF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E0DE7-43CA-46BE-854E-F4CECD70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Una campaña concentra consultas y reservas en pocos minutos.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CD748-0228-4FE9-A073-E0D1DF65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Los reintentos pueden duplicar operaciones.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4FEA2-4179-463F-9384-6AB9F38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El inventario debe conservar su integridad bajo concurrencia.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24FA6-6A44-4BC9-BC4A-A0033ADD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La operación requiere métricas, recuperación y trazabilidad.</a:t>
            </a:r>
          </a:p>
        </p:txBody>
      </p:sp>
    </p:spTree>
    <p:extLst>
      <p:ext uri="{BB962C8B-B14F-4D97-AF65-F5344CB8AC3E}">
        <p14:creationId xmlns:p14="http://schemas.microsoft.com/office/powerpoint/2010/main" val="1861399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0218F-1CC6-4B3E-ABB6-1F82A58E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Modelo de Kubernetes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FBA37-19E3-4FBF-8C4F-8BEDEF74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E2BD7-9774-4A0F-BF42-5C7F3ABA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El usuario declara el estado deseado mediante la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210EF-52E2-4FDB-AF08-57E1D481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Los controladores comparan ese estado con el observado.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F9A12-A1D0-44CF-82E2-87A4E7D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El planificador asigna Pods a nodos disponibles.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E8CC6-DD46-496A-A161-1C4CE786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El kubelet mantiene los contenedores en cada nodo.</a:t>
            </a:r>
          </a:p>
        </p:txBody>
      </p:sp>
    </p:spTree>
    <p:extLst>
      <p:ext uri="{BB962C8B-B14F-4D97-AF65-F5344CB8AC3E}">
        <p14:creationId xmlns:p14="http://schemas.microsoft.com/office/powerpoint/2010/main" val="1816099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B4546-F38E-493B-BC75-C43769D2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Objetos fundamentales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5A281-29F6-4FB9-B242-74D80BD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8FA52-4658-402E-B366-032BBDE6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Pod: unidad de ejecución y programación.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4E6A5-1975-4B59-B320-759D07E8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Deployment: réplicas y actualización de aplicaciones.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8A2AF-D6DE-4EEE-8286-6D275584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Service: acceso estable a un conjunto de Pods.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C73D2-B77F-4F18-8DD3-1D03271C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ConfigMap y Secret: configuración y datos sensibles.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02B0B-0EA4-4B28-A51F-AC4554AF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PVC: solicitud de almacenamiento persistente.</a:t>
            </a:r>
          </a:p>
        </p:txBody>
      </p:sp>
    </p:spTree>
    <p:extLst>
      <p:ext uri="{BB962C8B-B14F-4D97-AF65-F5344CB8AC3E}">
        <p14:creationId xmlns:p14="http://schemas.microsoft.com/office/powerpoint/2010/main" val="577449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62766-2ADA-46CE-B3C4-F00C50B6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Kubernetes, OKD y OpenShift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213DB-56C4-4B84-BB51-6095463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E30E3-D980-4F46-B208-EF60E4A0A177}"/>
              </a:ext>
            </a:extLst>
          </p:cNvPr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109537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762250"/>
                <a:gridCol w="2857500"/>
                <a:gridCol w="3238500"/>
              </a:tblGrid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Dimensión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Kubernetes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OKD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OpenShift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Naturaleza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Orquestador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Distribución comunitaria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Plataforma empresarial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Integración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A elección del equipo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Componentes integrados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Componentes integrados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Soporte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Comunidad / proveedor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Comunidad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Red Hat por suscripción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Operación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Diseño propio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Requiere especialización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Requiere especialización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190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7F3F6-F8DE-44D0-8EE7-EF75D017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Criterios de elección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C3914-AF9F-4C8C-964A-6489E324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37CE0-89CF-406A-8D16-03D02DE9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Kubernetes: control de componentes y capacidad operativa propia.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193DE-BB9C-4867-B818-91009801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OKD: aprendizaje e integración comunitaria sin soporte comercial de Red Hat.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9322C-5201-4788-9A67-DD5C850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OpenShift: plataforma integrada y necesidad de soporte empresarial.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2C9E6-6427-425C-8546-6AED61EF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La decisión incluye personal, ciclo de vida, compatibilidad y costo total.</a:t>
            </a:r>
          </a:p>
        </p:txBody>
      </p:sp>
    </p:spTree>
    <p:extLst>
      <p:ext uri="{BB962C8B-B14F-4D97-AF65-F5344CB8AC3E}">
        <p14:creationId xmlns:p14="http://schemas.microsoft.com/office/powerpoint/2010/main" val="1393349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DA22D-055F-4D69-8DDC-C6F1856B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Seguridad y operación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FDBCA-EFE9-4536-AA04-BDA59A9A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999A9-EB80-4F46-86BF-9D125C5B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RBAC y separación de espacios de nombres.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CD009-7EDE-4934-A775-2396CC32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Contenedores sin privilegios y secretos fuera del repositorio.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FFCB3-0925-4178-A419-0454B442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Políticas de red, TLS y control de imágenes.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7B3EC-83E1-448B-A127-9626F88F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Copias de seguridad, restauración y actualizaciones verificadas.</a:t>
            </a:r>
          </a:p>
        </p:txBody>
      </p:sp>
    </p:spTree>
    <p:extLst>
      <p:ext uri="{BB962C8B-B14F-4D97-AF65-F5344CB8AC3E}">
        <p14:creationId xmlns:p14="http://schemas.microsoft.com/office/powerpoint/2010/main" val="16490486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5CC1F-92C1-4B16-927D-4C060073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Laboratorio propuesto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311A4-58EE-4AFC-B220-E79C4244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9CD87-0CCD-4FD7-B725-F2A79AFB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Laptop recomendada: 32 GB RAM y SSD con 100 GB libres.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9E27F-1C93-4A55-8BE9-DE39007E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Ruta reducida de 16 GB: menor cantidad de nodos y carga.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4C1A6-E656-4D09-AAEB-248DEDFF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Ruta de cinco equipos: tres anfitriones, datos y generador.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BEBA4-709C-4574-9C53-2AE46043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Inventario real y capacidad de virtualización por confirmar.</a:t>
            </a:r>
          </a:p>
        </p:txBody>
      </p:sp>
    </p:spTree>
    <p:extLst>
      <p:ext uri="{BB962C8B-B14F-4D97-AF65-F5344CB8AC3E}">
        <p14:creationId xmlns:p14="http://schemas.microsoft.com/office/powerpoint/2010/main" val="5679558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90F1A-A7B2-45DD-8131-7E68E96C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Arquitectura de reservas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6C982-CB24-4FB0-99FD-65734ECE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CC058-8C79-4B05-9477-17ADE534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3C007-8152-436B-8D07-CF2A8C0C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860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Clientes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F0941-DAEA-45EE-ACD7-84EFF027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728AA-14E4-4ACB-84EE-3776754D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87CB2-4FBF-48D2-957E-4C07E4A8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API de reservas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1CF02-E084-4E21-A5DD-6A69B8AD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34CE3-FE0E-45D6-A39C-4A5D8D49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524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35C06-F6F9-4644-9124-1DFD76A2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D1F52-E57D-43CB-AE0D-723889FF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Inventario + reservas + outbox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D1E9F-8F0B-4404-83CB-69712E23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81500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C06CA-0C39-45ED-8440-4685806F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7200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Procesador outbox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56DCA-E452-4FBA-B7D2-7BF0EF94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243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←  lectura / escritura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12D81-B4B5-4CE5-8894-2B76339E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Recepción simulada en PostgreSQL</a:t>
            </a:r>
          </a:p>
        </p:txBody>
      </p:sp>
    </p:spTree>
    <p:extLst>
      <p:ext uri="{BB962C8B-B14F-4D97-AF65-F5344CB8AC3E}">
        <p14:creationId xmlns:p14="http://schemas.microsoft.com/office/powerpoint/2010/main" val="20442120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299EC-71C9-410D-89F9-C1A2CCB0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Consistencia del inventario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3AD4C-A3AF-4B3E-B533-C9C0F421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00AA8-9FE6-442B-8E9B-A9D23720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Descuento condicional solo si existe cantidad suficiente.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F5632-7315-4FCB-9657-3D996C98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Reserva, inventario y evento outbox en una transacción.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6C936-1C82-4547-8593-E313E18C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Una clave de idempotencia identifica cada operación del cliente.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27AFC-7D74-4FB5-ADE0-4010088C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Misma clave y mismo contenido: respuesta original; contenido distinto: conflicto.</a:t>
            </a:r>
          </a:p>
        </p:txBody>
      </p:sp>
    </p:spTree>
    <p:extLst>
      <p:ext uri="{BB962C8B-B14F-4D97-AF65-F5344CB8AC3E}">
        <p14:creationId xmlns:p14="http://schemas.microsoft.com/office/powerpoint/2010/main" val="8896442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D8B78-33ED-4D33-A508-C00F41EA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Procesamiento de eventos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5B5AE-6C3E-4B75-ABFC-2552018A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F5BD5-9BA8-48B1-AB49-8856DA31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El procesador toma lotes con SKIP LOCKED.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53FDC-E7FD-4E27-AD6C-933D614D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Una recepción única por evento evita duplicados en la simulación.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2C6C0-306D-4317-9E84-FA9258F1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La recepción y el marcado se confirman en una transacción.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E713C-4A2E-47F7-B1AF-3D4D33B4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Un receptor externo necesitaría su propia estrategia de idempotencia.</a:t>
            </a:r>
          </a:p>
        </p:txBody>
      </p:sp>
    </p:spTree>
    <p:extLst>
      <p:ext uri="{BB962C8B-B14F-4D97-AF65-F5344CB8AC3E}">
        <p14:creationId xmlns:p14="http://schemas.microsoft.com/office/powerpoint/2010/main" val="12987952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80B72-9C02-460D-B03E-363955F0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Verificación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457D3-D57C-42D1-A7A8-EA66E0DE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72CCB-BDF6-4E14-A2AA-5F499AB5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19 pruebas de la aplicación completadas.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C3E77-4594-4065-A86C-D5DB1630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80 solicitudes concurrentes sobre 25 unidades: 25 confirmadas.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E3D05-6CCF-4C79-804A-2DCABB64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40 reintentos con una misma clave: una creación y 39 respuestas repetidas.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8FAFC-EAFD-4D82-80EC-ED0D0925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Validación de permisos, rollback, conflictos y procesamiento outbox.</a:t>
            </a:r>
          </a:p>
        </p:txBody>
      </p:sp>
    </p:spTree>
    <p:extLst>
      <p:ext uri="{BB962C8B-B14F-4D97-AF65-F5344CB8AC3E}">
        <p14:creationId xmlns:p14="http://schemas.microsoft.com/office/powerpoint/2010/main" val="12220491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0726D-720B-4D5D-ABE7-265D93BB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Diseño del piloto de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4F72F-2D00-4BD1-9A25-E75845A5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EE160-ABCD-4462-BA48-8FDA7248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Tres repeticiones de 30 segundos a 50 llegadas/s.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CC4E5-9B76-43F9-B359-9CC90001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Mezcla: 80 % catálogo, 15 % disponibilidad y 5 % reservas.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E19A8-DB0B-44B7-BE19-BC95532B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Un ensayo de lectura de 40 segundos con objetivos de 25 a 100 llegadas/s.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ED532-9B76-4766-8E09-B7410157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API, PostgreSQL, procesador y k6 en el mismo equipo.</a:t>
            </a:r>
          </a:p>
        </p:txBody>
      </p:sp>
    </p:spTree>
    <p:extLst>
      <p:ext uri="{BB962C8B-B14F-4D97-AF65-F5344CB8AC3E}">
        <p14:creationId xmlns:p14="http://schemas.microsoft.com/office/powerpoint/2010/main" val="17404776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E6774-65BA-4FDD-BC89-8F8122D5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Latencia p95 de reservas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7034A-98F2-4C3C-8815-D4BE1561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C4CEDAA-749C-4883-819C-924C21F174F2}"/>
              </a:ext>
            </a:extLst>
          </p:cNvPr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047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5800efa49f4d7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BBEB3-13D6-45EA-8F0D-C2994AC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Piloto local · 50 llegadas/s · 30 s por repetición</a:t>
            </a:r>
          </a:p>
        </p:txBody>
      </p:sp>
    </p:spTree>
    <p:extLst>
      <p:ext uri="{BB962C8B-B14F-4D97-AF65-F5344CB8AC3E}">
        <p14:creationId xmlns:p14="http://schemas.microsoft.com/office/powerpoint/2010/main" val="9539502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E9C1F-057F-49FD-9B6B-6308EEF0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Resultados e integridad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40503-438F-4DB3-8309-C08F377B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656BE-F581-4702-A7E2-7594B2FD31B3}"/>
              </a:ext>
            </a:extLst>
          </p:cNvPr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109537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667000"/>
                <a:gridCol w="2667000"/>
                <a:gridCol w="2762250"/>
              </a:tblGrid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Ensayo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Solicitudes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Reservas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Disponible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Mixto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1.500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925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Mixto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1.501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925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Mixto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1.500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925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Lectura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2.749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798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D7C58-A4D6-4403-925C-DE07455A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Alcance de la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37D09-6771-48D9-9F72-A50D164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CC529-353D-4A80-9491-283E8688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7.250 solicitudes y 225 reservas en cuatro ensayos.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B0995-1AB3-4DB8-9186-950F5E1C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Cero fallos técnicos y cero iteraciones descartadas.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4EE07-788C-4F75-B0BE-948A69A8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Sin sobreventa y sin eventos pendientes al cierre de los ensayos.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0CAE8-3E26-4A33-94EA-AE6B8CBE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Capacidad máxima, p99 y alta disponibilidad aún sin demostrar.</a:t>
            </a:r>
          </a:p>
        </p:txBody>
      </p:sp>
    </p:spTree>
    <p:extLst>
      <p:ext uri="{BB962C8B-B14F-4D97-AF65-F5344CB8AC3E}">
        <p14:creationId xmlns:p14="http://schemas.microsoft.com/office/powerpoint/2010/main" val="17078189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BF09E-5FE6-48B5-97A2-B7BBF4F5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Validación pendiente en Kubernetes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D2B35-69C8-4F1A-BE8A-C1B55081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39581-742C-43C6-B860-E88380E3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Habilitar el acceso al motor Docker y crear kind.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F505F-9CFD-4641-B4C2-1EA77EDF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Construir la imagen, desplegar y comprobar sondas y persistencia.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A2656-795D-429C-85CC-782F2F12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Instalar métricas y observar el HPA propuesto: 2–6 réplicas, CPU 60 %.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F8C4E-32F9-4D75-A8AC-4007C760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Repetir carga con generador separado, TLS y pruebas de recuperación.</a:t>
            </a:r>
          </a:p>
        </p:txBody>
      </p:sp>
    </p:spTree>
    <p:extLst>
      <p:ext uri="{BB962C8B-B14F-4D97-AF65-F5344CB8AC3E}">
        <p14:creationId xmlns:p14="http://schemas.microsoft.com/office/powerpoint/2010/main" val="5794820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74153-BAD8-49FE-A088-D4263F3C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Demostración y discusión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0EC4B-8E9C-4BE6-8700-4026CF42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FDB17-2C30-4B84-BA1B-7012055C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Consultar catálogo y disponibilidad.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4037E-7A74-4909-AF85-98136BB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Crear una reserva y repetir su clave de idempotencia.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0FFA7-B4E9-4DAC-9003-9B041594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Mostrar inventario, métricas y procesamiento del evento.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AE495-0344-4770-AAC6-51A24C31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Relacionar resultados con objetivos y próximos experimentos.</a:t>
            </a:r>
          </a:p>
        </p:txBody>
      </p:sp>
    </p:spTree>
    <p:extLst>
      <p:ext uri="{BB962C8B-B14F-4D97-AF65-F5344CB8AC3E}">
        <p14:creationId xmlns:p14="http://schemas.microsoft.com/office/powerpoint/2010/main" val="4668192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90884-4F14-4466-BC04-07A0262C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Referencias y material de apoyo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F173C-9052-419A-8111-DFDC5839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0E034-D505-4383-9392-D2602DCF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Kubernetes: documentación oficial de conceptos.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A1C6A-DF60-4E17-ADA0-8263129E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OKD: sitio y documentación de la distribución comunitaria.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9AAD8-7BF4-417E-B3BE-228407DD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Red Hat: documentación oficial de OpenShift.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C3FE7-91C5-42E4-B015-BFC19D88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DOC-01-01 a DOC-05-01 y evidencias del repositorio local.</a:t>
            </a:r>
          </a:p>
        </p:txBody>
      </p:sp>
    </p:spTree>
    <p:extLst>
      <p:ext uri="{BB962C8B-B14F-4D97-AF65-F5344CB8AC3E}">
        <p14:creationId xmlns:p14="http://schemas.microsoft.com/office/powerpoint/2010/main" val="1921548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2026-10-13T20:57:28.0270000Z</dcterms:created>
  <dcterms:modified xsi:type="dcterms:W3CDTF">2026-10-13T20:57:28.0270000Z</dcterms:modified>
</coreProperties>
</file>